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e2bdd6989d40ec" /><Relationship Type="http://schemas.openxmlformats.org/officeDocument/2006/relationships/extended-properties" Target="/docProps/app.xml" Id="Rd63b5d189dc94e9e" /><Relationship Type="http://schemas.openxmlformats.org/officeDocument/2006/relationships/officeDocument" Target="/ppt/presentation.xml" Id="R3d440cc27b7544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ed6b5fa9cf4195"/>
  </p:sldMasterIdLst>
  <p:notesMasterIdLst>
    <p:notesMasterId xmlns:r="http://schemas.openxmlformats.org/officeDocument/2006/relationships" r:id="R957f844a8c8b4644"/>
  </p:notesMasterIdLst>
  <p:sldIdLst>
    <p:sldId xmlns:r="http://schemas.openxmlformats.org/officeDocument/2006/relationships" id="256" r:id="R792abab4d4314f98"/>
    <p:sldId xmlns:r="http://schemas.openxmlformats.org/officeDocument/2006/relationships" id="257" r:id="R541e41bc368b4d3a"/>
    <p:sldId xmlns:r="http://schemas.openxmlformats.org/officeDocument/2006/relationships" id="258" r:id="R191935fc0d524393"/>
    <p:sldId xmlns:r="http://schemas.openxmlformats.org/officeDocument/2006/relationships" id="259" r:id="Rd417a98a1d534e03"/>
    <p:sldId xmlns:r="http://schemas.openxmlformats.org/officeDocument/2006/relationships" id="260" r:id="R3b89c40ca15b4bae"/>
    <p:sldId xmlns:r="http://schemas.openxmlformats.org/officeDocument/2006/relationships" id="261" r:id="R24b0b66bc9ec4bce"/>
    <p:sldId xmlns:r="http://schemas.openxmlformats.org/officeDocument/2006/relationships" id="262" r:id="Rd977906bb21c40dc"/>
    <p:sldId xmlns:r="http://schemas.openxmlformats.org/officeDocument/2006/relationships" id="263" r:id="Rbbae7094518044f1"/>
    <p:sldId xmlns:r="http://schemas.openxmlformats.org/officeDocument/2006/relationships" id="264" r:id="R33fd9bab97394620"/>
    <p:sldId xmlns:r="http://schemas.openxmlformats.org/officeDocument/2006/relationships" id="265" r:id="Rf1d491cdb6c84c58"/>
    <p:sldId xmlns:r="http://schemas.openxmlformats.org/officeDocument/2006/relationships" id="266" r:id="Rcf4282f1721c4808"/>
    <p:sldId xmlns:r="http://schemas.openxmlformats.org/officeDocument/2006/relationships" id="267" r:id="R91438b0516e44673"/>
    <p:sldId xmlns:r="http://schemas.openxmlformats.org/officeDocument/2006/relationships" id="268" r:id="Reffb8ede04744778"/>
    <p:sldId xmlns:r="http://schemas.openxmlformats.org/officeDocument/2006/relationships" id="269" r:id="Rf531e55cd9494838"/>
    <p:sldId xmlns:r="http://schemas.openxmlformats.org/officeDocument/2006/relationships" id="270" r:id="R89133331b7ce41b2"/>
    <p:sldId xmlns:r="http://schemas.openxmlformats.org/officeDocument/2006/relationships" id="271" r:id="R33ffafe253b64b86"/>
    <p:sldId xmlns:r="http://schemas.openxmlformats.org/officeDocument/2006/relationships" id="272" r:id="Rb48c6eb854b44099"/>
    <p:sldId xmlns:r="http://schemas.openxmlformats.org/officeDocument/2006/relationships" id="273" r:id="Rc14107ac7ffd418a"/>
    <p:sldId xmlns:r="http://schemas.openxmlformats.org/officeDocument/2006/relationships" id="274" r:id="R54f15a774894420a"/>
    <p:sldId xmlns:r="http://schemas.openxmlformats.org/officeDocument/2006/relationships" id="275" r:id="Reb14bb5f2b954981"/>
    <p:sldId xmlns:r="http://schemas.openxmlformats.org/officeDocument/2006/relationships" id="276" r:id="R8df566fc1ecf4f99"/>
    <p:sldId xmlns:r="http://schemas.openxmlformats.org/officeDocument/2006/relationships" id="277" r:id="Rbe138a8e27bd4758"/>
    <p:sldId xmlns:r="http://schemas.openxmlformats.org/officeDocument/2006/relationships" id="278" r:id="R5d679725c19b4965"/>
    <p:sldId xmlns:r="http://schemas.openxmlformats.org/officeDocument/2006/relationships" id="279" r:id="Rffbd46536dea46f5"/>
    <p:sldId xmlns:r="http://schemas.openxmlformats.org/officeDocument/2006/relationships" id="280" r:id="R79612313155b4f8e"/>
    <p:sldId xmlns:r="http://schemas.openxmlformats.org/officeDocument/2006/relationships" id="281" r:id="R29522e35f04b41c1"/>
    <p:sldId xmlns:r="http://schemas.openxmlformats.org/officeDocument/2006/relationships" id="282" r:id="R066bc490421a4e73"/>
    <p:sldId xmlns:r="http://schemas.openxmlformats.org/officeDocument/2006/relationships" id="283" r:id="R825616af7b93428a"/>
    <p:sldId xmlns:r="http://schemas.openxmlformats.org/officeDocument/2006/relationships" id="284" r:id="Ra74a388b7d8a4da9"/>
    <p:sldId xmlns:r="http://schemas.openxmlformats.org/officeDocument/2006/relationships" id="285" r:id="R796898a00ae04e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4716f604534e33" /><Relationship Type="http://schemas.openxmlformats.org/officeDocument/2006/relationships/slideMaster" Target="/ppt/slideMasters/slideMaster1.xml" Id="R58ed6b5fa9cf4195" /><Relationship Type="http://schemas.openxmlformats.org/officeDocument/2006/relationships/notesMaster" Target="/ppt/notesMasters/notesMaster1.xml" Id="R957f844a8c8b4644" /><Relationship Type="http://schemas.openxmlformats.org/officeDocument/2006/relationships/presProps" Target="/ppt/presProps.xml" Id="Rab0b607ad4434450" /><Relationship Type="http://schemas.openxmlformats.org/officeDocument/2006/relationships/tableStyles" Target="/ppt/tableStyles.xml" Id="R21af30e9b97344c3" /><Relationship Type="http://schemas.openxmlformats.org/officeDocument/2006/relationships/slide" Target="/ppt/slides/slide1.xml" Id="R792abab4d4314f98" /><Relationship Type="http://schemas.openxmlformats.org/officeDocument/2006/relationships/slide" Target="/ppt/slides/slide2.xml" Id="R541e41bc368b4d3a" /><Relationship Type="http://schemas.openxmlformats.org/officeDocument/2006/relationships/slide" Target="/ppt/slides/slide3.xml" Id="R191935fc0d524393" /><Relationship Type="http://schemas.openxmlformats.org/officeDocument/2006/relationships/slide" Target="/ppt/slides/slide4.xml" Id="Rd417a98a1d534e03" /><Relationship Type="http://schemas.openxmlformats.org/officeDocument/2006/relationships/slide" Target="/ppt/slides/slide5.xml" Id="R3b89c40ca15b4bae" /><Relationship Type="http://schemas.openxmlformats.org/officeDocument/2006/relationships/slide" Target="/ppt/slides/slide6.xml" Id="R24b0b66bc9ec4bce" /><Relationship Type="http://schemas.openxmlformats.org/officeDocument/2006/relationships/slide" Target="/ppt/slides/slide7.xml" Id="Rd977906bb21c40dc" /><Relationship Type="http://schemas.openxmlformats.org/officeDocument/2006/relationships/slide" Target="/ppt/slides/slide8.xml" Id="Rbbae7094518044f1" /><Relationship Type="http://schemas.openxmlformats.org/officeDocument/2006/relationships/slide" Target="/ppt/slides/slide9.xml" Id="R33fd9bab97394620" /><Relationship Type="http://schemas.openxmlformats.org/officeDocument/2006/relationships/slide" Target="/ppt/slides/slide10.xml" Id="Rf1d491cdb6c84c58" /><Relationship Type="http://schemas.openxmlformats.org/officeDocument/2006/relationships/slide" Target="/ppt/slides/slide11.xml" Id="Rcf4282f1721c4808" /><Relationship Type="http://schemas.openxmlformats.org/officeDocument/2006/relationships/slide" Target="/ppt/slides/slide12.xml" Id="R91438b0516e44673" /><Relationship Type="http://schemas.openxmlformats.org/officeDocument/2006/relationships/slide" Target="/ppt/slides/slide13.xml" Id="Reffb8ede04744778" /><Relationship Type="http://schemas.openxmlformats.org/officeDocument/2006/relationships/slide" Target="/ppt/slides/slide14.xml" Id="Rf531e55cd9494838" /><Relationship Type="http://schemas.openxmlformats.org/officeDocument/2006/relationships/slide" Target="/ppt/slides/slide15.xml" Id="R89133331b7ce41b2" /><Relationship Type="http://schemas.openxmlformats.org/officeDocument/2006/relationships/slide" Target="/ppt/slides/slide16.xml" Id="R33ffafe253b64b86" /><Relationship Type="http://schemas.openxmlformats.org/officeDocument/2006/relationships/slide" Target="/ppt/slides/slide17.xml" Id="Rb48c6eb854b44099" /><Relationship Type="http://schemas.openxmlformats.org/officeDocument/2006/relationships/slide" Target="/ppt/slides/slide18.xml" Id="Rc14107ac7ffd418a" /><Relationship Type="http://schemas.openxmlformats.org/officeDocument/2006/relationships/slide" Target="/ppt/slides/slide19.xml" Id="R54f15a774894420a" /><Relationship Type="http://schemas.openxmlformats.org/officeDocument/2006/relationships/slide" Target="/ppt/slides/slide20.xml" Id="Reb14bb5f2b954981" /><Relationship Type="http://schemas.openxmlformats.org/officeDocument/2006/relationships/slide" Target="/ppt/slides/slide21.xml" Id="R8df566fc1ecf4f99" /><Relationship Type="http://schemas.openxmlformats.org/officeDocument/2006/relationships/slide" Target="/ppt/slides/slide22.xml" Id="Rbe138a8e27bd4758" /><Relationship Type="http://schemas.openxmlformats.org/officeDocument/2006/relationships/slide" Target="/ppt/slides/slide23.xml" Id="R5d679725c19b4965" /><Relationship Type="http://schemas.openxmlformats.org/officeDocument/2006/relationships/slide" Target="/ppt/slides/slide24.xml" Id="Rffbd46536dea46f5" /><Relationship Type="http://schemas.openxmlformats.org/officeDocument/2006/relationships/slide" Target="/ppt/slides/slide25.xml" Id="R79612313155b4f8e" /><Relationship Type="http://schemas.openxmlformats.org/officeDocument/2006/relationships/slide" Target="/ppt/slides/slide26.xml" Id="R29522e35f04b41c1" /><Relationship Type="http://schemas.openxmlformats.org/officeDocument/2006/relationships/slide" Target="/ppt/slides/slide27.xml" Id="R066bc490421a4e73" /><Relationship Type="http://schemas.openxmlformats.org/officeDocument/2006/relationships/slide" Target="/ppt/slides/slide28.xml" Id="R825616af7b93428a" /><Relationship Type="http://schemas.openxmlformats.org/officeDocument/2006/relationships/slide" Target="/ppt/slides/slide29.xml" Id="Ra74a388b7d8a4da9" /><Relationship Type="http://schemas.openxmlformats.org/officeDocument/2006/relationships/slide" Target="/ppt/slides/slide30.xml" Id="R796898a00ae04e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8fbb7bdbe946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0fad06d7f3421a" /><Relationship Type="http://schemas.openxmlformats.org/officeDocument/2006/relationships/notesMaster" Target="/ppt/notesMasters/notesMaster1.xml" Id="Rf3c1b2705e8d47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bdbba3f97e46e1" /><Relationship Type="http://schemas.openxmlformats.org/officeDocument/2006/relationships/notesMaster" Target="/ppt/notesMasters/notesMaster1.xml" Id="Rc726958ebab34d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497706af8b481f" /><Relationship Type="http://schemas.openxmlformats.org/officeDocument/2006/relationships/notesMaster" Target="/ppt/notesMasters/notesMaster1.xml" Id="R4766f7107c5a4b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8836820c3b4119" /><Relationship Type="http://schemas.openxmlformats.org/officeDocument/2006/relationships/notesMaster" Target="/ppt/notesMasters/notesMaster1.xml" Id="R95a655d9d49145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51a6d1a6c14dd6" /><Relationship Type="http://schemas.openxmlformats.org/officeDocument/2006/relationships/notesMaster" Target="/ppt/notesMasters/notesMaster1.xml" Id="R673d827e99c84d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1976c0a0ab4b9f" /><Relationship Type="http://schemas.openxmlformats.org/officeDocument/2006/relationships/notesMaster" Target="/ppt/notesMasters/notesMaster1.xml" Id="R2bed11a7df364d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4f8355227d4725" /><Relationship Type="http://schemas.openxmlformats.org/officeDocument/2006/relationships/notesMaster" Target="/ppt/notesMasters/notesMaster1.xml" Id="Ra4fd7fe8bdba49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e6b9f8bed24b29" /><Relationship Type="http://schemas.openxmlformats.org/officeDocument/2006/relationships/notesMaster" Target="/ppt/notesMasters/notesMaster1.xml" Id="R1e60edd166bc4b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0e5842175c4ba3" /><Relationship Type="http://schemas.openxmlformats.org/officeDocument/2006/relationships/notesMaster" Target="/ppt/notesMasters/notesMaster1.xml" Id="R0141991db74b49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851bcddc214224" /><Relationship Type="http://schemas.openxmlformats.org/officeDocument/2006/relationships/notesMaster" Target="/ppt/notesMasters/notesMaster1.xml" Id="R9cafc6f29ee147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07933f9477415a" /><Relationship Type="http://schemas.openxmlformats.org/officeDocument/2006/relationships/notesMaster" Target="/ppt/notesMasters/notesMaster1.xml" Id="R6238ca84c4e14d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5865c00e5440f8" /><Relationship Type="http://schemas.openxmlformats.org/officeDocument/2006/relationships/notesMaster" Target="/ppt/notesMasters/notesMaster1.xml" Id="R6dd3235193e248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c85fc414a549b2" /><Relationship Type="http://schemas.openxmlformats.org/officeDocument/2006/relationships/notesMaster" Target="/ppt/notesMasters/notesMaster1.xml" Id="R86ac02cabc674d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7213a7c86b4a4d" /><Relationship Type="http://schemas.openxmlformats.org/officeDocument/2006/relationships/notesMaster" Target="/ppt/notesMasters/notesMaster1.xml" Id="R89bf545eded14b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3ca65be8254f75" /><Relationship Type="http://schemas.openxmlformats.org/officeDocument/2006/relationships/notesMaster" Target="/ppt/notesMasters/notesMaster1.xml" Id="R06be0775a7314c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85863e65ec4848" /><Relationship Type="http://schemas.openxmlformats.org/officeDocument/2006/relationships/notesMaster" Target="/ppt/notesMasters/notesMaster1.xml" Id="Rd6dfe0afa12e4d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9657b3a96f455a" /><Relationship Type="http://schemas.openxmlformats.org/officeDocument/2006/relationships/notesMaster" Target="/ppt/notesMasters/notesMaster1.xml" Id="Ra82fe802b91448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3a6d9ff922423f" /><Relationship Type="http://schemas.openxmlformats.org/officeDocument/2006/relationships/notesMaster" Target="/ppt/notesMasters/notesMaster1.xml" Id="R95e70855e9c741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8940fd8ed04406" /><Relationship Type="http://schemas.openxmlformats.org/officeDocument/2006/relationships/notesMaster" Target="/ppt/notesMasters/notesMaster1.xml" Id="R2881d18d841b43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d116e25ff984f45" /><Relationship Type="http://schemas.openxmlformats.org/officeDocument/2006/relationships/notesMaster" Target="/ppt/notesMasters/notesMaster1.xml" Id="R1a7d9c83377f46d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db9d56272c04696" /><Relationship Type="http://schemas.openxmlformats.org/officeDocument/2006/relationships/notesMaster" Target="/ppt/notesMasters/notesMaster1.xml" Id="R2a7377143d5447d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1fc50342ba4498" /><Relationship Type="http://schemas.openxmlformats.org/officeDocument/2006/relationships/notesMaster" Target="/ppt/notesMasters/notesMaster1.xml" Id="R06740ab1327e466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ffcca9a017c49cc" /><Relationship Type="http://schemas.openxmlformats.org/officeDocument/2006/relationships/notesMaster" Target="/ppt/notesMasters/notesMaster1.xml" Id="R2b87cd478a34429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95224ce1cfa48ae" /><Relationship Type="http://schemas.openxmlformats.org/officeDocument/2006/relationships/notesMaster" Target="/ppt/notesMasters/notesMaster1.xml" Id="Rfa117b89bcfe497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2dae3c161b64e35" /><Relationship Type="http://schemas.openxmlformats.org/officeDocument/2006/relationships/notesMaster" Target="/ppt/notesMasters/notesMaster1.xml" Id="R5c0156f9d1e14c2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7d32b4ae3b4d95" /><Relationship Type="http://schemas.openxmlformats.org/officeDocument/2006/relationships/notesMaster" Target="/ppt/notesMasters/notesMaster1.xml" Id="Rce555f554b54491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46401bd3b0422f" /><Relationship Type="http://schemas.openxmlformats.org/officeDocument/2006/relationships/notesMaster" Target="/ppt/notesMasters/notesMaster1.xml" Id="R3cc33a138b2c4ed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67045f7be5042c9" /><Relationship Type="http://schemas.openxmlformats.org/officeDocument/2006/relationships/notesMaster" Target="/ppt/notesMasters/notesMaster1.xml" Id="Rc8fe6beadfce493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33d6aa69ec74200" /><Relationship Type="http://schemas.openxmlformats.org/officeDocument/2006/relationships/notesMaster" Target="/ppt/notesMasters/notesMaster1.xml" Id="R86357a76f0b546b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ba36119bc7c4a8b" /><Relationship Type="http://schemas.openxmlformats.org/officeDocument/2006/relationships/notesMaster" Target="/ppt/notesMasters/notesMaster1.xml" Id="R58714871ba38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Naslov lekcije.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Uvodna pitanja za razgovor.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Udžbenik, str. 29.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Udžbenik, str. 29.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Udžbenik, str. 29.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Udžbenik, str. 29.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Udžbenik, str. 29–30.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Udžbenik, str. 30.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Udžbenik, str. 30.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Udžbenik, str. 30.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Udžbenik, str. 30. Jedan kratak primjer; bez posebnog izdvajanja ovog pojma u ciljevima časa.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Udžbenik, str. 30.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Hadis naveden u udžbeniku, str. 30. Ispravljeno ponavljanje riječi u izvornom tekstu.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Prijevod dove iz udžbenika, str. 30.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Sažetak rubrike iz udžbenika, str. 31.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Pojmovnik, udžbenik str. 32.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Pojmovnik, udžbenik str. 32.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Hadis naveden u udžbeniku, str. 32.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Tačan odgovor: A. Fikh proučava propise o ljudskim djelima. Udžbenik, str. 29.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Tačan odgovor: B. Ramazanski post je farz za osobu na koju se obaveza odnosi. Str. 29 i 31.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Tačan odgovor: C. Vitr-namaz je primjer vadžiba u hanefijskom učenju. Str. 29.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Tačan odgovor: D. Dozvoljena šetnja u slobodno vrijeme primjer je mubaha. Str. 30.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Tačan odgovor: A. Farz je stroga dužnost, dok se za mustehab nagrađuje, a njegovo izostavljanje ne kažnjava.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Tačan odgovor: C. Postoje različiti stepeni obaveznosti i zabrane. Ne zaključujemo samo prema popularnosti.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Tačan odgovor: B. Mustehab je preporučeno i lijepo djelo. Str. 29–30.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Tačan odgovor: D. Udžbenik navodi sunnete i sunsunnete dnevnih namaza. Str. 29.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Tačan odgovor: B. Krađa je strogo zabranjena. Str. 30.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Tačan odgovor: A. Mekruh je pokuđeno djelo; nije isto što i mubah. Str. 30.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Tačan odgovor: C. Razlika farz–vadžib ne znači da je vadžib neobavezan.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Tačan odgovor: D. Fardi kifaje je obaveza zajednice: kada je dovoljan broj izvrši, ostali su oslobođeni. Str. 29 i 32.</a:t>
            </a:r>
          </a:p>
          <a:p xmlns:a="http://schemas.openxmlformats.org/drawingml/2006/main">
            <a:r>
              <a:t>Izvor: udžbenik vjeronauke za VIII razred, štampane str. 29–32.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2c7b6450345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5c9cec67449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b18399f8849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bedd6db1e45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1f16edd6747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72bb2655343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5B8474-18DA-429D-A528-FD882825F8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A3B263-0B7F-4302-936F-49306067F1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C178DD-8660-44F0-B44D-BFDF873D97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E1A124-AEDC-4B44-B205-C387EAA062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5A73BB-7A3E-48D1-8DDD-D0C8D7A93D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FE831A-29E0-440F-A20F-65815FBB74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52631C-CEAB-416B-8125-C796B47B71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889DF1-D26C-4911-B9FA-57B29A62F2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C32EBB-F872-49A4-9CAE-079C59334A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8EBE46-DF59-4638-8321-210D624BEC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daf514ebaa4719" /><Relationship Type="http://schemas.openxmlformats.org/officeDocument/2006/relationships/slideLayout" Target="/ppt/slideLayouts/slideLayout1.xml" Id="R9fcda184e7c7424b" /><Relationship Type="http://schemas.openxmlformats.org/officeDocument/2006/relationships/slideLayout" Target="/ppt/slideLayouts/slideLayout2.xml" Id="R15e91732a3cf4a4e" /><Relationship Type="http://schemas.openxmlformats.org/officeDocument/2006/relationships/slideLayout" Target="/ppt/slideLayouts/slideLayout3.xml" Id="R745c3f50b4ef4409" /><Relationship Type="http://schemas.openxmlformats.org/officeDocument/2006/relationships/slideLayout" Target="/ppt/slideLayouts/slideLayout4.xml" Id="Rd36561578faa4138" /><Relationship Type="http://schemas.openxmlformats.org/officeDocument/2006/relationships/slideLayout" Target="/ppt/slideLayouts/slideLayout5.xml" Id="R884de0b3292d4c0e" /><Relationship Type="http://schemas.openxmlformats.org/officeDocument/2006/relationships/slideLayout" Target="/ppt/slideLayouts/slideLayout6.xml" Id="R3e2217bdef9042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cda184e7c7424b"/>
    <p:sldLayoutId xmlns:r="http://schemas.openxmlformats.org/officeDocument/2006/relationships" id="2147483650" r:id="R15e91732a3cf4a4e"/>
    <p:sldLayoutId xmlns:r="http://schemas.openxmlformats.org/officeDocument/2006/relationships" id="2147483651" r:id="R745c3f50b4ef4409"/>
    <p:sldLayoutId xmlns:r="http://schemas.openxmlformats.org/officeDocument/2006/relationships" id="2147483652" r:id="Rd36561578faa4138"/>
    <p:sldLayoutId xmlns:r="http://schemas.openxmlformats.org/officeDocument/2006/relationships" id="2147483653" r:id="R884de0b3292d4c0e"/>
    <p:sldLayoutId xmlns:r="http://schemas.openxmlformats.org/officeDocument/2006/relationships" id="2147483654" r:id="R3e2217bdef9042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cdbb381104932" /><Relationship Type="http://schemas.openxmlformats.org/officeDocument/2006/relationships/notesSlide" Target="/ppt/notesSlides/notesSlide1.xml" Id="Rcc9b1614a45f4e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d9053d05a44591" /><Relationship Type="http://schemas.openxmlformats.org/officeDocument/2006/relationships/notesSlide" Target="/ppt/notesSlides/notesSlide2.xml" Id="R2f07c363aa9e49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778c390104c9f" /><Relationship Type="http://schemas.openxmlformats.org/officeDocument/2006/relationships/notesSlide" Target="/ppt/notesSlides/notesSlide3.xml" Id="R69b7d6984dd143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5130673b946c9" /><Relationship Type="http://schemas.openxmlformats.org/officeDocument/2006/relationships/notesSlide" Target="/ppt/notesSlides/notesSlide4.xml" Id="R16a9b94b170a4c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08213fb704cff" /><Relationship Type="http://schemas.openxmlformats.org/officeDocument/2006/relationships/notesSlide" Target="/ppt/notesSlides/notesSlide5.xml" Id="R6b3397efe5b741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bf02f12c94363" /><Relationship Type="http://schemas.openxmlformats.org/officeDocument/2006/relationships/notesSlide" Target="/ppt/notesSlides/notesSlide6.xml" Id="R062eadd7328e46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9e1cc0f2d46e8" /><Relationship Type="http://schemas.openxmlformats.org/officeDocument/2006/relationships/notesSlide" Target="/ppt/notesSlides/notesSlide7.xml" Id="R685e067509e346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df0e5e76d147d2" /><Relationship Type="http://schemas.openxmlformats.org/officeDocument/2006/relationships/notesSlide" Target="/ppt/notesSlides/notesSlide8.xml" Id="R2e29c515041440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c075ca82b45c1" /><Relationship Type="http://schemas.openxmlformats.org/officeDocument/2006/relationships/notesSlide" Target="/ppt/notesSlides/notesSlide9.xml" Id="Ra8d74792c60a4f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a5b80e628d4e39" /><Relationship Type="http://schemas.openxmlformats.org/officeDocument/2006/relationships/notesSlide" Target="/ppt/notesSlides/notesSlide10.xml" Id="R104f13ed5b6a41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63ae6a7264d14" /><Relationship Type="http://schemas.openxmlformats.org/officeDocument/2006/relationships/notesSlide" Target="/ppt/notesSlides/notesSlide11.xml" Id="Rc8ece4639dd44c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62ad20109d497c" /><Relationship Type="http://schemas.openxmlformats.org/officeDocument/2006/relationships/notesSlide" Target="/ppt/notesSlides/notesSlide12.xml" Id="Rc68c53fc36f34d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1f76c5f1f145d0" /><Relationship Type="http://schemas.openxmlformats.org/officeDocument/2006/relationships/notesSlide" Target="/ppt/notesSlides/notesSlide13.xml" Id="Rdda817b5cbc640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4f862bd634952" /><Relationship Type="http://schemas.openxmlformats.org/officeDocument/2006/relationships/notesSlide" Target="/ppt/notesSlides/notesSlide14.xml" Id="R7ef301e96f0e4c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e5371714d45d5" /><Relationship Type="http://schemas.openxmlformats.org/officeDocument/2006/relationships/notesSlide" Target="/ppt/notesSlides/notesSlide15.xml" Id="R0845df2f4f6249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c7c590a714088" /><Relationship Type="http://schemas.openxmlformats.org/officeDocument/2006/relationships/notesSlide" Target="/ppt/notesSlides/notesSlide16.xml" Id="R0b3ee46eebb84b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93a2253704385" /><Relationship Type="http://schemas.openxmlformats.org/officeDocument/2006/relationships/notesSlide" Target="/ppt/notesSlides/notesSlide17.xml" Id="Rae4231df44fd43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5545981d284812" /><Relationship Type="http://schemas.openxmlformats.org/officeDocument/2006/relationships/notesSlide" Target="/ppt/notesSlides/notesSlide18.xml" Id="Re7b0ceb755da4f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2b3eb42bb04ad8" /><Relationship Type="http://schemas.openxmlformats.org/officeDocument/2006/relationships/notesSlide" Target="/ppt/notesSlides/notesSlide19.xml" Id="Rc38e1b88c97f417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ecdfa5c5b4fb2" /><Relationship Type="http://schemas.openxmlformats.org/officeDocument/2006/relationships/notesSlide" Target="/ppt/notesSlides/notesSlide20.xml" Id="Ra437a0e4788746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f9ed7224e14c12" /><Relationship Type="http://schemas.openxmlformats.org/officeDocument/2006/relationships/notesSlide" Target="/ppt/notesSlides/notesSlide21.xml" Id="R5b1de961c26643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c4a3139214692" /><Relationship Type="http://schemas.openxmlformats.org/officeDocument/2006/relationships/notesSlide" Target="/ppt/notesSlides/notesSlide22.xml" Id="R4c80e1a47c244d4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df0745f72743b0" /><Relationship Type="http://schemas.openxmlformats.org/officeDocument/2006/relationships/notesSlide" Target="/ppt/notesSlides/notesSlide23.xml" Id="Rba0f7b17f19a481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103d78eb2e47de" /><Relationship Type="http://schemas.openxmlformats.org/officeDocument/2006/relationships/notesSlide" Target="/ppt/notesSlides/notesSlide24.xml" Id="R4edb568f427d4c2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328a059814993" /><Relationship Type="http://schemas.openxmlformats.org/officeDocument/2006/relationships/notesSlide" Target="/ppt/notesSlides/notesSlide25.xml" Id="R3b9f7b28cea1443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fff41f263e4f5f" /><Relationship Type="http://schemas.openxmlformats.org/officeDocument/2006/relationships/notesSlide" Target="/ppt/notesSlides/notesSlide26.xml" Id="Rbabcd820e0eb479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1c999927c4601" /><Relationship Type="http://schemas.openxmlformats.org/officeDocument/2006/relationships/notesSlide" Target="/ppt/notesSlides/notesSlide27.xml" Id="Raafe1f900deb46d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7bab68689a4220" /><Relationship Type="http://schemas.openxmlformats.org/officeDocument/2006/relationships/notesSlide" Target="/ppt/notesSlides/notesSlide28.xml" Id="R3145f761a7d1451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c0750bd41401e" /><Relationship Type="http://schemas.openxmlformats.org/officeDocument/2006/relationships/notesSlide" Target="/ppt/notesSlides/notesSlide29.xml" Id="R704dd334175140e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6948989fa442d" /><Relationship Type="http://schemas.openxmlformats.org/officeDocument/2006/relationships/notesSlide" Target="/ppt/notesSlides/notesSlide30.xml" Id="Rd41de7c027ed4b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2BB1B8-AABA-491E-A0E0-13947EEB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Vrednovanje djela u Zakonu Božijem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014BCB4-0B7B-46B3-BED9-5C6DAE0B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Islamska vjeronauka · VIII razred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Udžbenik · stranice 29–32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64089ED-9FA2-4745-9396-D5ED21F7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62135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254D1B-BDB8-4F3B-A5BE-92A39F16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Uvodna pitanja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BEC2A9-3B89-45B8-B2BA-E3E15F96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Obaviti dnevni namaz.</a:t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Prošetati u slobodno vrijeme.</a:t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Ukrasti tuđu stvar.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Jesu li ovi postupci jednako obavezni ili dopušteni?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8852288-9947-433E-85AB-EBC22900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25299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AE110F-EDE5-4741-ADAC-209F252F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Fikh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74AE3DC-C8CA-4F66-810E-4C72ACC9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Fikh proučava ljudska djela u domenu Zakona Božijeg.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Utvrđuje šta se mora ili ne mora, smije ili ne smije činiti te šta je pohvalno ili pokuđeno.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BBA6323-CB7B-44D6-92D5-03F272F1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6474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D39ECF-64BD-4BBA-ABA9-844CFC4B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Farz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8463B4-4F8C-4EB6-8CBE-7FE00D2D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Stroga vjerska dužnost, naredba Uzvišenog Stvoritelja kojom se imperativno zahtijeva od punoljetne osobe činjenje određenog djela. Za izvršavanje slijedi nagrada, a za izostavljanje kazna.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Primjeri: Namaz; pet islamskih dužnosti kao obaveze pojedinca; dženaza-namaz kao obaveza zajednice.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742FB6B-8477-4097-B737-EE96F86D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0981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170C81-70AD-4CD2-869A-EA8E0A96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Vadžib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7B6BEF4-6A90-4CC5-B540-FBF48BE4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Allahova, dž.š., naredba u blažoj formi od farza. Zahtjev za činjenjem djela propisanog pojedinačnim predajama od Poslanika, a.s.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Primjeri: Sadekatu-l-fitr i klanjanje vitr-namaza.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2B28582-5667-4D88-AED5-F5D49BA5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774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6D2678-566E-4FB8-A2C6-43685DB3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Sunnet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CA9D82-08CA-4C09-9077-4C3D36C9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Djela koja je radio Muhammed, a.s., i preporučio ih i nama. Njihovim izvršavanjem možemo zaslužiti nagradu i šefaat Muhammeda, a.s.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Primjeri: Sunneti i sunsunneti dnevnih namaza.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A99B144-0E41-4B9E-9A7E-45354FEC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0067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CFD1EF-BDB7-4E9B-B226-85C0B20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Mustehab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31063F-FC7C-4522-A1E6-E0F280DD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Ono što je preporučeno i lijepo činiti. Izvršavanje se nagrađuje, a izostavljanje ne kažnjava.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Primjeri: Klanjanje u džematu — primjer naveden u udžbeniku.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10CB3BF-ACA3-4C23-B76A-C251B8F2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4598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C50D60-A4F7-4219-84F1-10DFB808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Mubah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8218F0-7CFA-40AA-8678-2486F578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Djelo čije se izvršavanje ili neizvršavanje ostavlja osobi na slobodan izbor. Za samo izvršenje ili neizvršenje osoba nema ni nagradu ni kaznu.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Primjeri: Izbor da jedemo, spavamo, šetamo i slično.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7547264-80A6-468F-8CB0-A2B541E4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14605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188081-D0C0-41A1-9E19-5CA59865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Haram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2EBD70-1D4E-4536-9712-9014A64A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Ono što Uzvišeni Allah strogo zabranjuje. Imperativna zabrana utemeljena na jasnom kur’anskom ajetu ili hadisu; zahtijeva nečinjenje djela.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Primjeri: Pijenje alkohola, kockanje, krađa i zinaluk.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77ABF28-DEA3-430D-9E54-88D98BD7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43017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49A6A1-B753-41C6-814D-8C40A787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Mekruh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84EF14-6590-4289-9C76-E53F96D5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Djelo koje je pokuđeno, ružno činiti. Mekruh-i tahrimen su djela bliska haramu, a mekruh-i tenzihen djela koja nije lijepo činiti.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Primjeri: Tahrimen: rasipništvo i prenošenje tuđih riječi. Tenzihen: pričati u vrijeme učenja Kur’ana ili ezana.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AFD5B01-EF22-4D24-8888-76CEB364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69961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F2D901-FAC8-48BC-A63F-68FF2D93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Mufsid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B468EC-C554-481C-A224-C94D36FD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Djelo, radnja ili stanje koje kvari vjerski obred.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Primjer: namjerno uzimanje hrane ili pića tokom posta, bez opravdanog razloga, kvari post.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4486561-0DA1-40EF-9997-A2334826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39920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06A63C-B429-4584-A8F5-D817192F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Halal i haram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BF23D77-B30E-45E1-B466-AD8DCC3E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Halal je ono što je vjerom dozvoljeno činiti.</a:t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Haram je ono što je strogo zabranjeno.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„Nije isto ono što je zabranjeno i ono što je dozvoljeno…”</a:t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El-Ma’ida, 100 — odlomak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F2194C6-368B-4A51-A094-780A5FAA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30432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F95805-E2D0-417D-AE42-FCF395C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Poruka hadisa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9E22CD-515F-400C-A6EF-2EB4CDE2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„Ono što sam vam zabranio, ostavite u potpunosti, a od onoga što sam vam naredio, uradite koliko možete.”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C3BDB0B-C6E9-4350-BB9F-9A4E2C67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664626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F6D309-01B8-4096-B68E-C03B4A2B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Dova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664A1A-3539-4E74-9AD9-CCC95A4B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Allahu moj, zaštiti me Tvojim halalom od Tvoga harama i učini me neovisnim Tvojom dobrotom od svakog drugog osim Tebe.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5155B09-FBCF-4334-A9FF-B497A71F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683612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949D64-5507-49DF-A24A-ED1BB7D1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Saznajmo o drugima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7BB53B-345C-4A6C-9715-9A386C06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Biblija i Tora sadrže vjerske propise i pravila za život.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Dekalog: Deset Božijih zapovijedi.</a:t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Halaha: jevrejsko vjersko pravo.</a:t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Micva: pravna norma u jevrejskom pravu.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1E611A3-2434-4FD5-A987-EC519237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276922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3C233B-D8E4-4363-A381-63614137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Kategorično i imperativ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2FF84C-A5E6-4C5F-9A2A-9C1C5445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KATEGORIČNO</a:t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O čemu nema sumnje; sigurno, bezuvjetno, tačno određeno.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IMPERATIV</a:t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Zapovijed, naredba.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19ABCAD-813E-4596-BD0A-2B60DC1C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375080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62AAC1-FFEC-430D-A538-4BD700FD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Mutevatir hadis i zinaluk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AA9274-2B35-4E59-AB39-6F9C7D4B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MUTEVATIR HADIS</a:t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Hadis koji iz generacije u generaciju prenosi veliki broj prenosilaca tako da je isključena sumnja u njegovu vjerodostojnost.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ZINALUK</a:t>
            </a:r>
          </a:p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Blud.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2D8BF04-4A0F-4D17-8042-F49FAB21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243417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ACC409-CC69-4A5B-BB6E-57B6031D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Ustrajnost u dobru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9D24CC-3861-4152-B3FA-3D473E08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„Allahu je najdraže djelo koje je trajno pa makar bilo i malo.”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C78861E-7DFD-4104-A657-CE8FBEFF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186746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3ED03F-13DA-4C2B-88E4-42DAF3A6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1 od 12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61F8B5-C60A-4D33-976B-9A930EC9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Kako se zove disciplina koja proučava propise o ljudskim djelima?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Fikh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Geografija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Historija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Kaligrafija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B53C7F3-3423-4A48-A5D7-60EA52BD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278509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7E09FE-885D-493C-9353-B7F67827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2 od 12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B2DE59-A7EC-4AFD-993C-248052D1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Koji par ispravno povezuje djelo i kategoriju?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Vitr-namaz — mubah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Ramazanski post — farz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Krađa — mekruh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Šetnja — vadžib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3B3E0D3-58E4-43CE-87E5-FD3CC038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486489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19DAF3-A8E6-4726-BA39-5CB661D7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3 od 12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3626A2-B90A-490F-9BF2-EA84DAE3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Kako se u lekciji razvrstava vitr-namaz?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Sunnet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Mubah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Vadžib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Mufsid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04EC1AC-A1AD-4170-BA63-AB021D8A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7572555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683CB2-8756-48AD-A0DA-762C74D0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4 od 12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9EFD46-BF30-46D9-B08A-F84B8A0E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Učenica je završila obaveze i bira hoće li prošetati. Šetnja je u ovom primjeru…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Haram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Farz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Mekruh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Mubah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8591354-F5B8-4BF4-8D05-5169B813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120651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01AF96-87E4-452B-85C3-770275F0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5 od 12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8E6DF4-E40E-4F8E-8205-CF902F1F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Koji par najbolje razlikuje obavezu i preporučeno djelo?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Farz — stroga dužnost; mustehab — preporučeno djelo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Mubah — stroga dužnost; haram — preporuka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Sunnet — stroga zabrana; farz — izbor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Mekruh — obaveza; vadžib — slobodan izbor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BE694D5-F89B-43EC-AF02-B79B32D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452527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B960EC-6493-4E72-B4A8-B28E5530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6 od 12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C17089-6311-4322-9677-6840F7D4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Koji je najbolji zaključak o vrednovanju postupaka?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Sve što nije farz jeste haram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Popularnost određuje šta je dozvoljeno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Kategoriju povezujemo s propisom i jasnim okolnostima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Sve dozvoljeno moramo uraditi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833804B-4F48-4E82-A45B-1BE90399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256557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6B04DF-E68E-4255-82B0-4E291341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7 od 12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4B7177-659D-4A29-861A-6C8C26A5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Koji opis pripada mustehabu?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Stroga zabrana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Preporučeno djelo čije se izostavljanje ne kažnjava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Svaka radnja koja kvari obred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Obaveza jednaka farzu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48E8954-9E61-4734-878E-3BD3BBE4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9910517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8B8665-8BA9-4C36-92EB-2A84F28D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8 od 12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C03DD2-D24A-4B28-A37D-6C51DCF7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Sunneti dnevnih namaza u ovoj su podjeli primjer…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Harama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Mufsida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Mubaha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Sunneta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F2144BD-EB70-4336-97A5-BA815FF4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6141343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6E1C1D-E021-44D6-AEBE-2DFE8BD3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9 od 12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02B299-16CA-411E-AF7B-38170526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Krađa tuđe stvari pripada kategoriji…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Mubah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Haram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Mustehab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Vadžib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CA25172-47C0-47CD-A369-C49E1D74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958869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96922BA-BB9B-479A-B2E5-FDDC4CF7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10 od 12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8C354A-694E-4C19-BEDC-8C759CC2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Šta znači mekruh?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Pokuđeno djelo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Stroga dužnost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Dozvoljen izbor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Izvor šerijata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57A7A7D-7176-4F8A-9D4E-F3F89D2A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460829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0820DE-0C7F-4627-AFE5-6B645369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11 od 12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D20B60-FF7F-4CC1-8E40-E9EA93F8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Koja tvrdnja o vadžibu je tačna?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To je slobodan izbor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To je svaki običaj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To je obaveza, a ne samo preporuka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To je isto što i haram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527A8A0-9208-46BA-82BE-3F246D0D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741209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1144D8-DEC4-441C-9AFE-C4849980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3C35"/>
                </a:solidFill>
                <a:latin typeface="Arial"/>
                <a:ea typeface="Arial"/>
                <a:cs typeface="Arial"/>
              </a:rPr>
              <a:t>Kviz 12 od 12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C0095A-B8BE-4383-8191-51CAB8F0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Koji primjer pokazuje fardi kifaje?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A   Svaki pojedinac bira boju odjeće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B   Svaki učenik bira izlet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C   Svaki pojedinac obavlja svoj dnevni namaz</a:t>
            </a:r>
          </a:p>
          <a:p xmlns:a="http://schemas.openxmlformats.org/drawingml/2006/main">
            <a:pPr>
              <a:defRPr sz="2175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D   Dovoljan broj muslimana obavi dženaza-namaz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EF9C1C4-8D55-4BDA-A35E-B3DEA4AB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C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C3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52142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2026-10-29T17:12:32.3780000Z</dcterms:created>
  <dcterms:modified xsi:type="dcterms:W3CDTF">2026-10-29T17:12:32.3780000Z</dcterms:modified>
</coreProperties>
</file>