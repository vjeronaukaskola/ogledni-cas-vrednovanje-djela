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8927ceafb3461d" /><Relationship Type="http://schemas.openxmlformats.org/officeDocument/2006/relationships/extended-properties" Target="/docProps/app.xml" Id="R23da843639f84871" /><Relationship Type="http://schemas.openxmlformats.org/officeDocument/2006/relationships/officeDocument" Target="/ppt/presentation.xml" Id="R23af5a2335084a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91a2ca9cc140a9"/>
  </p:sldMasterIdLst>
  <p:notesMasterIdLst>
    <p:notesMasterId xmlns:r="http://schemas.openxmlformats.org/officeDocument/2006/relationships" r:id="R55afdd4b782c4062"/>
  </p:notesMasterIdLst>
  <p:sldIdLst>
    <p:sldId xmlns:r="http://schemas.openxmlformats.org/officeDocument/2006/relationships" id="256" r:id="R8bb14bd2bd4940f9"/>
    <p:sldId xmlns:r="http://schemas.openxmlformats.org/officeDocument/2006/relationships" id="257" r:id="R8f894ac8934142f4"/>
    <p:sldId xmlns:r="http://schemas.openxmlformats.org/officeDocument/2006/relationships" id="258" r:id="R0149e4ab223e44ef"/>
    <p:sldId xmlns:r="http://schemas.openxmlformats.org/officeDocument/2006/relationships" id="259" r:id="Rb746082b95b142b5"/>
    <p:sldId xmlns:r="http://schemas.openxmlformats.org/officeDocument/2006/relationships" id="260" r:id="R38df23ee512544ab"/>
    <p:sldId xmlns:r="http://schemas.openxmlformats.org/officeDocument/2006/relationships" id="261" r:id="R4a7784108f804a6f"/>
    <p:sldId xmlns:r="http://schemas.openxmlformats.org/officeDocument/2006/relationships" id="262" r:id="R1d137503f5d04d83"/>
    <p:sldId xmlns:r="http://schemas.openxmlformats.org/officeDocument/2006/relationships" id="263" r:id="R3f6e408620ea4093"/>
    <p:sldId xmlns:r="http://schemas.openxmlformats.org/officeDocument/2006/relationships" id="264" r:id="Re0bd7ed8ea8046bd"/>
    <p:sldId xmlns:r="http://schemas.openxmlformats.org/officeDocument/2006/relationships" id="265" r:id="R0f0f517bb9f4460c"/>
    <p:sldId xmlns:r="http://schemas.openxmlformats.org/officeDocument/2006/relationships" id="266" r:id="Rc37b78d50a5a4178"/>
    <p:sldId xmlns:r="http://schemas.openxmlformats.org/officeDocument/2006/relationships" id="267" r:id="R2de99c84ee3c4d01"/>
    <p:sldId xmlns:r="http://schemas.openxmlformats.org/officeDocument/2006/relationships" id="268" r:id="Ra02a3a644d294df0"/>
    <p:sldId xmlns:r="http://schemas.openxmlformats.org/officeDocument/2006/relationships" id="269" r:id="R99d5227f13f74013"/>
    <p:sldId xmlns:r="http://schemas.openxmlformats.org/officeDocument/2006/relationships" id="270" r:id="Rbe1c94e65e934668"/>
    <p:sldId xmlns:r="http://schemas.openxmlformats.org/officeDocument/2006/relationships" id="271" r:id="R29248edc59af4651"/>
    <p:sldId xmlns:r="http://schemas.openxmlformats.org/officeDocument/2006/relationships" id="272" r:id="Raecbd825202f4c33"/>
    <p:sldId xmlns:r="http://schemas.openxmlformats.org/officeDocument/2006/relationships" id="273" r:id="R6085bd588cd7418c"/>
    <p:sldId xmlns:r="http://schemas.openxmlformats.org/officeDocument/2006/relationships" id="274" r:id="R39a823e948ba457d"/>
    <p:sldId xmlns:r="http://schemas.openxmlformats.org/officeDocument/2006/relationships" id="275" r:id="Rb41698632e57486f"/>
    <p:sldId xmlns:r="http://schemas.openxmlformats.org/officeDocument/2006/relationships" id="276" r:id="R4dcc13075c4f443e"/>
    <p:sldId xmlns:r="http://schemas.openxmlformats.org/officeDocument/2006/relationships" id="277" r:id="Rd26bcfd39200431b"/>
    <p:sldId xmlns:r="http://schemas.openxmlformats.org/officeDocument/2006/relationships" id="278" r:id="Rd965d800c31d40e2"/>
    <p:sldId xmlns:r="http://schemas.openxmlformats.org/officeDocument/2006/relationships" id="279" r:id="Re2787d7c26a14617"/>
    <p:sldId xmlns:r="http://schemas.openxmlformats.org/officeDocument/2006/relationships" id="280" r:id="Ra3651494a42f462c"/>
    <p:sldId xmlns:r="http://schemas.openxmlformats.org/officeDocument/2006/relationships" id="281" r:id="Rd54b6ab809404819"/>
    <p:sldId xmlns:r="http://schemas.openxmlformats.org/officeDocument/2006/relationships" id="282" r:id="R5705cf1543414a21"/>
    <p:sldId xmlns:r="http://schemas.openxmlformats.org/officeDocument/2006/relationships" id="283" r:id="Rb9d2fbf3abed4e73"/>
    <p:sldId xmlns:r="http://schemas.openxmlformats.org/officeDocument/2006/relationships" id="284" r:id="Ra4d9e88a2f3044a6"/>
    <p:sldId xmlns:r="http://schemas.openxmlformats.org/officeDocument/2006/relationships" id="285" r:id="Ra1adc37402ff4db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e9259969f14972" /><Relationship Type="http://schemas.openxmlformats.org/officeDocument/2006/relationships/slideMaster" Target="/ppt/slideMasters/slideMaster1.xml" Id="R7d91a2ca9cc140a9" /><Relationship Type="http://schemas.openxmlformats.org/officeDocument/2006/relationships/notesMaster" Target="/ppt/notesMasters/notesMaster1.xml" Id="R55afdd4b782c4062" /><Relationship Type="http://schemas.openxmlformats.org/officeDocument/2006/relationships/presProps" Target="/ppt/presProps.xml" Id="Rf9dafb7282b444ee" /><Relationship Type="http://schemas.openxmlformats.org/officeDocument/2006/relationships/tableStyles" Target="/ppt/tableStyles.xml" Id="Rf4f7fc9e87114320" /><Relationship Type="http://schemas.openxmlformats.org/officeDocument/2006/relationships/slide" Target="/ppt/slides/slide1.xml" Id="R8bb14bd2bd4940f9" /><Relationship Type="http://schemas.openxmlformats.org/officeDocument/2006/relationships/slide" Target="/ppt/slides/slide2.xml" Id="R8f894ac8934142f4" /><Relationship Type="http://schemas.openxmlformats.org/officeDocument/2006/relationships/slide" Target="/ppt/slides/slide3.xml" Id="R0149e4ab223e44ef" /><Relationship Type="http://schemas.openxmlformats.org/officeDocument/2006/relationships/slide" Target="/ppt/slides/slide4.xml" Id="Rb746082b95b142b5" /><Relationship Type="http://schemas.openxmlformats.org/officeDocument/2006/relationships/slide" Target="/ppt/slides/slide5.xml" Id="R38df23ee512544ab" /><Relationship Type="http://schemas.openxmlformats.org/officeDocument/2006/relationships/slide" Target="/ppt/slides/slide6.xml" Id="R4a7784108f804a6f" /><Relationship Type="http://schemas.openxmlformats.org/officeDocument/2006/relationships/slide" Target="/ppt/slides/slide7.xml" Id="R1d137503f5d04d83" /><Relationship Type="http://schemas.openxmlformats.org/officeDocument/2006/relationships/slide" Target="/ppt/slides/slide8.xml" Id="R3f6e408620ea4093" /><Relationship Type="http://schemas.openxmlformats.org/officeDocument/2006/relationships/slide" Target="/ppt/slides/slide9.xml" Id="Re0bd7ed8ea8046bd" /><Relationship Type="http://schemas.openxmlformats.org/officeDocument/2006/relationships/slide" Target="/ppt/slides/slide10.xml" Id="R0f0f517bb9f4460c" /><Relationship Type="http://schemas.openxmlformats.org/officeDocument/2006/relationships/slide" Target="/ppt/slides/slide11.xml" Id="Rc37b78d50a5a4178" /><Relationship Type="http://schemas.openxmlformats.org/officeDocument/2006/relationships/slide" Target="/ppt/slides/slide12.xml" Id="R2de99c84ee3c4d01" /><Relationship Type="http://schemas.openxmlformats.org/officeDocument/2006/relationships/slide" Target="/ppt/slides/slide13.xml" Id="Ra02a3a644d294df0" /><Relationship Type="http://schemas.openxmlformats.org/officeDocument/2006/relationships/slide" Target="/ppt/slides/slide14.xml" Id="R99d5227f13f74013" /><Relationship Type="http://schemas.openxmlformats.org/officeDocument/2006/relationships/slide" Target="/ppt/slides/slide15.xml" Id="Rbe1c94e65e934668" /><Relationship Type="http://schemas.openxmlformats.org/officeDocument/2006/relationships/slide" Target="/ppt/slides/slide16.xml" Id="R29248edc59af4651" /><Relationship Type="http://schemas.openxmlformats.org/officeDocument/2006/relationships/slide" Target="/ppt/slides/slide17.xml" Id="Raecbd825202f4c33" /><Relationship Type="http://schemas.openxmlformats.org/officeDocument/2006/relationships/slide" Target="/ppt/slides/slide18.xml" Id="R6085bd588cd7418c" /><Relationship Type="http://schemas.openxmlformats.org/officeDocument/2006/relationships/slide" Target="/ppt/slides/slide19.xml" Id="R39a823e948ba457d" /><Relationship Type="http://schemas.openxmlformats.org/officeDocument/2006/relationships/slide" Target="/ppt/slides/slide20.xml" Id="Rb41698632e57486f" /><Relationship Type="http://schemas.openxmlformats.org/officeDocument/2006/relationships/slide" Target="/ppt/slides/slide21.xml" Id="R4dcc13075c4f443e" /><Relationship Type="http://schemas.openxmlformats.org/officeDocument/2006/relationships/slide" Target="/ppt/slides/slide22.xml" Id="Rd26bcfd39200431b" /><Relationship Type="http://schemas.openxmlformats.org/officeDocument/2006/relationships/slide" Target="/ppt/slides/slide23.xml" Id="Rd965d800c31d40e2" /><Relationship Type="http://schemas.openxmlformats.org/officeDocument/2006/relationships/slide" Target="/ppt/slides/slide24.xml" Id="Re2787d7c26a14617" /><Relationship Type="http://schemas.openxmlformats.org/officeDocument/2006/relationships/slide" Target="/ppt/slides/slide25.xml" Id="Ra3651494a42f462c" /><Relationship Type="http://schemas.openxmlformats.org/officeDocument/2006/relationships/slide" Target="/ppt/slides/slide26.xml" Id="Rd54b6ab809404819" /><Relationship Type="http://schemas.openxmlformats.org/officeDocument/2006/relationships/slide" Target="/ppt/slides/slide27.xml" Id="R5705cf1543414a21" /><Relationship Type="http://schemas.openxmlformats.org/officeDocument/2006/relationships/slide" Target="/ppt/slides/slide28.xml" Id="Rb9d2fbf3abed4e73" /><Relationship Type="http://schemas.openxmlformats.org/officeDocument/2006/relationships/slide" Target="/ppt/slides/slide29.xml" Id="Ra4d9e88a2f3044a6" /><Relationship Type="http://schemas.openxmlformats.org/officeDocument/2006/relationships/slide" Target="/ppt/slides/slide30.xml" Id="Ra1adc37402ff4d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6d232b80c440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8cbf9eb4f441aa" /><Relationship Type="http://schemas.openxmlformats.org/officeDocument/2006/relationships/notesMaster" Target="/ppt/notesMasters/notesMaster1.xml" Id="Rf9defabc6cf441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69b894c3e34276" /><Relationship Type="http://schemas.openxmlformats.org/officeDocument/2006/relationships/notesMaster" Target="/ppt/notesMasters/notesMaster1.xml" Id="R23a46dd8942c40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b9d35afb314f97" /><Relationship Type="http://schemas.openxmlformats.org/officeDocument/2006/relationships/notesMaster" Target="/ppt/notesMasters/notesMaster1.xml" Id="R457aabe03d904c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b1f6caea764370" /><Relationship Type="http://schemas.openxmlformats.org/officeDocument/2006/relationships/notesMaster" Target="/ppt/notesMasters/notesMaster1.xml" Id="R184ad584197745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9d828420d140b9" /><Relationship Type="http://schemas.openxmlformats.org/officeDocument/2006/relationships/notesMaster" Target="/ppt/notesMasters/notesMaster1.xml" Id="Rbed3863cac9744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d05e926ef748e6" /><Relationship Type="http://schemas.openxmlformats.org/officeDocument/2006/relationships/notesMaster" Target="/ppt/notesMasters/notesMaster1.xml" Id="Re8f88856416847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68b3f3e54f45d9" /><Relationship Type="http://schemas.openxmlformats.org/officeDocument/2006/relationships/notesMaster" Target="/ppt/notesMasters/notesMaster1.xml" Id="R5ae71b80f67e4c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a332f852124ae0" /><Relationship Type="http://schemas.openxmlformats.org/officeDocument/2006/relationships/notesMaster" Target="/ppt/notesMasters/notesMaster1.xml" Id="R8ee5eb911a6140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5138c53bca4c3f" /><Relationship Type="http://schemas.openxmlformats.org/officeDocument/2006/relationships/notesMaster" Target="/ppt/notesMasters/notesMaster1.xml" Id="Rdd17650a4446412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58fb65e2884a16" /><Relationship Type="http://schemas.openxmlformats.org/officeDocument/2006/relationships/notesMaster" Target="/ppt/notesMasters/notesMaster1.xml" Id="Red17f248288546c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2945e33d964372" /><Relationship Type="http://schemas.openxmlformats.org/officeDocument/2006/relationships/notesMaster" Target="/ppt/notesMasters/notesMaster1.xml" Id="Re4876614b59042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46d83cdfa74047" /><Relationship Type="http://schemas.openxmlformats.org/officeDocument/2006/relationships/notesMaster" Target="/ppt/notesMasters/notesMaster1.xml" Id="Rf096d054fbf043b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7c141f6d84d4902" /><Relationship Type="http://schemas.openxmlformats.org/officeDocument/2006/relationships/notesMaster" Target="/ppt/notesMasters/notesMaster1.xml" Id="R2a7185b7de084e7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ad974495ccd4b4c" /><Relationship Type="http://schemas.openxmlformats.org/officeDocument/2006/relationships/notesMaster" Target="/ppt/notesMasters/notesMaster1.xml" Id="Ra1ae3c0ed621400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78344a87c34436" /><Relationship Type="http://schemas.openxmlformats.org/officeDocument/2006/relationships/notesMaster" Target="/ppt/notesMasters/notesMaster1.xml" Id="Rfe0abb341715405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9521967920542fc" /><Relationship Type="http://schemas.openxmlformats.org/officeDocument/2006/relationships/notesMaster" Target="/ppt/notesMasters/notesMaster1.xml" Id="R0b0155a18f7942e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4365432c182469c" /><Relationship Type="http://schemas.openxmlformats.org/officeDocument/2006/relationships/notesMaster" Target="/ppt/notesMasters/notesMaster1.xml" Id="R4e049e285ea9486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ba3c9d4c48a4b0e" /><Relationship Type="http://schemas.openxmlformats.org/officeDocument/2006/relationships/notesMaster" Target="/ppt/notesMasters/notesMaster1.xml" Id="Rdc9fc0e95f944c0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2a93b1cc0124d9d" /><Relationship Type="http://schemas.openxmlformats.org/officeDocument/2006/relationships/notesMaster" Target="/ppt/notesMasters/notesMaster1.xml" Id="Raac774ad3a4e4e1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0f0da7460474d40" /><Relationship Type="http://schemas.openxmlformats.org/officeDocument/2006/relationships/notesMaster" Target="/ppt/notesMasters/notesMaster1.xml" Id="Rcb137a2ba8c44b9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c52c90bd72e4116" /><Relationship Type="http://schemas.openxmlformats.org/officeDocument/2006/relationships/notesMaster" Target="/ppt/notesMasters/notesMaster1.xml" Id="R35ad85fe676446e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469f2670bc24b98" /><Relationship Type="http://schemas.openxmlformats.org/officeDocument/2006/relationships/notesMaster" Target="/ppt/notesMasters/notesMaster1.xml" Id="R155fc05053fc437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3b68fe7a50a44ad" /><Relationship Type="http://schemas.openxmlformats.org/officeDocument/2006/relationships/notesMaster" Target="/ppt/notesMasters/notesMaster1.xml" Id="Ra8c82dd76229475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6df6a122c684f5b" /><Relationship Type="http://schemas.openxmlformats.org/officeDocument/2006/relationships/notesMaster" Target="/ppt/notesMasters/notesMaster1.xml" Id="R784722d1b5f24a5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c8100145165474e" /><Relationship Type="http://schemas.openxmlformats.org/officeDocument/2006/relationships/notesMaster" Target="/ppt/notesMasters/notesMaster1.xml" Id="R7ca4b62deacd4e3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95113adbde148d7" /><Relationship Type="http://schemas.openxmlformats.org/officeDocument/2006/relationships/notesMaster" Target="/ppt/notesMasters/notesMaster1.xml" Id="Rc2dd636e69be4b6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3db9c63059c40f5" /><Relationship Type="http://schemas.openxmlformats.org/officeDocument/2006/relationships/notesMaster" Target="/ppt/notesMasters/notesMaster1.xml" Id="Rb86c30d5f8ab4b6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31c7392ee764be1" /><Relationship Type="http://schemas.openxmlformats.org/officeDocument/2006/relationships/notesMaster" Target="/ppt/notesMasters/notesMaster1.xml" Id="R5f4c7e599be6487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7ca3ea5da9c48d9" /><Relationship Type="http://schemas.openxmlformats.org/officeDocument/2006/relationships/notesMaster" Target="/ppt/notesMasters/notesMaster1.xml" Id="Rd4d3ffac4bfd4e0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e5c563d1ce84d17" /><Relationship Type="http://schemas.openxmlformats.org/officeDocument/2006/relationships/notesMaster" Target="/ppt/notesMasters/notesMaster1.xml" Id="R1a9fddeefafb43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Naslov lekcije.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Uvodna pitanja za razgovor.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Udžbenik, str. 29.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Udžbenik, str. 29.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Udžbenik, str. 29.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Udžbenik, str. 29.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Udžbenik, str. 29–30.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Udžbenik, str. 30.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Udžbenik, str. 30.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Udžbenik, str. 30.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Udžbenik, str. 30. Stručna ispravka nepreciznosti izvornog primjera; okolnosti sna i posta pojašnjava nastavnik.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Udžbenik, str. 30.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Hadis naveden u udžbeniku, str. 30. Ispravljeno ponavljanje riječi u izvornom tekstu.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Prijevod dove iz udžbenika, str. 30.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Sažetak rubrike iz udžbenika, str. 31.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Pojmovnik, udžbenik str. 32.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Pojmovnik, udžbenik str. 32.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Hadis naveden u udžbeniku, str. 32.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A. Fikh proučava propise o ljudskim djelima. Udžbenik, str. 29.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B. Ramazanski post je farz za osobu na koju se obaveza odnosi. Str. 29 i 31.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C. Vitr-namaz je primjer vadžiba u hanefijskom učenju. Str. 29.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D. Dozvoljena šetnja u slobodno vrijeme primjer je mubaha. Str. 30.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A. Mufsid se povezuje s konkretnim ibadetom. Govor kvari namaz; sam govor nije uzrok gubitka abdesta.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C. Postoje različiti stepeni obaveznosti i zabrane. Ne zaključujemo samo prema popularnosti.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B. Mustehab je preporučeno i lijepo djelo. Str. 29–30.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D. Udžbenik navodi sunnete i sunsunnete dnevnih namaza. Str. 29.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B. Krađa je strogo zabranjena. Str. 30.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A. Mekruh je pokuđeno djelo; nije isto što i mubah. Str. 30.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C. Razlika farz–vadžib ne znači da je vadžib neobavezan.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Tačan odgovor: D. Fardi kifaje je obaveza zajednice: kada je dovoljan broj izvrši, ostali su oslobođeni. Str. 29 i 32.</a:t>
            </a:r>
          </a:p>
          <a:p xmlns:a="http://schemas.openxmlformats.org/drawingml/2006/main">
            <a:r>
              <a:t>Izvor: udžbenik vjeronauke za VIII razred, štampane str. 29–32.</a:t>
            </a:r>
          </a:p>
          <a:p xmlns:a="http://schemas.openxmlformats.org/drawingml/2006/main">
            <a:r>
              <a:t>Napomena o abdestu: https://islamskazajednica.ba/index.php/namaz-ezan/3108-o-namazu ; https://islamskazajednica.ba/index.php/abdest-tjelesna-cistoca/4898-pitanja-o-abdestu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e7d5f8be85470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7c695dec484a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089a044163417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bd1c954f824e9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9f4421d80c4c9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c0ed0fd88f4e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1ED9E0-5A1D-453A-8A90-64384D0388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CD0C16B-05E8-44C1-8493-B9506CB75FA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74FB3F0-2A61-4498-A7C7-32298E68E3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EB6BD1F-0CA4-4828-9DBA-BD888DEB28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198E9E3-2603-4792-AFDE-FD59FDB0C4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43B9920-A4AD-4889-8D19-B6A1FFEF41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EF75A62-A5BB-4DA6-84A5-F4C003ED03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B3746DF-711F-40C0-8824-1CA247E28C1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DAEF52-4B71-43A4-9DC1-5D2F800226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E44A504-A80A-4ACC-9131-64B8946065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74532ad76f4c40" /><Relationship Type="http://schemas.openxmlformats.org/officeDocument/2006/relationships/slideLayout" Target="/ppt/slideLayouts/slideLayout1.xml" Id="R47bdf1220fc940bc" /><Relationship Type="http://schemas.openxmlformats.org/officeDocument/2006/relationships/slideLayout" Target="/ppt/slideLayouts/slideLayout2.xml" Id="R04790fc1759549c0" /><Relationship Type="http://schemas.openxmlformats.org/officeDocument/2006/relationships/slideLayout" Target="/ppt/slideLayouts/slideLayout3.xml" Id="Rbcf36e0d6b244f0a" /><Relationship Type="http://schemas.openxmlformats.org/officeDocument/2006/relationships/slideLayout" Target="/ppt/slideLayouts/slideLayout4.xml" Id="R3fb1cf10bd9d4a55" /><Relationship Type="http://schemas.openxmlformats.org/officeDocument/2006/relationships/slideLayout" Target="/ppt/slideLayouts/slideLayout5.xml" Id="R7e706a7404a24e6f" /><Relationship Type="http://schemas.openxmlformats.org/officeDocument/2006/relationships/slideLayout" Target="/ppt/slideLayouts/slideLayout6.xml" Id="Rb0cdc3b40a384d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bdf1220fc940bc"/>
    <p:sldLayoutId xmlns:r="http://schemas.openxmlformats.org/officeDocument/2006/relationships" id="2147483650" r:id="R04790fc1759549c0"/>
    <p:sldLayoutId xmlns:r="http://schemas.openxmlformats.org/officeDocument/2006/relationships" id="2147483651" r:id="Rbcf36e0d6b244f0a"/>
    <p:sldLayoutId xmlns:r="http://schemas.openxmlformats.org/officeDocument/2006/relationships" id="2147483652" r:id="R3fb1cf10bd9d4a55"/>
    <p:sldLayoutId xmlns:r="http://schemas.openxmlformats.org/officeDocument/2006/relationships" id="2147483653" r:id="R7e706a7404a24e6f"/>
    <p:sldLayoutId xmlns:r="http://schemas.openxmlformats.org/officeDocument/2006/relationships" id="2147483654" r:id="Rb0cdc3b40a384d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7722184e1845be" /><Relationship Type="http://schemas.openxmlformats.org/officeDocument/2006/relationships/notesSlide" Target="/ppt/notesSlides/notesSlide1.xml" Id="R475b6d37257f40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e6f126470e4429" /><Relationship Type="http://schemas.openxmlformats.org/officeDocument/2006/relationships/notesSlide" Target="/ppt/notesSlides/notesSlide2.xml" Id="Rfdf92024b04048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248e70ccb74b33" /><Relationship Type="http://schemas.openxmlformats.org/officeDocument/2006/relationships/notesSlide" Target="/ppt/notesSlides/notesSlide3.xml" Id="Ref5b13d7b0c247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97c99ee305402a" /><Relationship Type="http://schemas.openxmlformats.org/officeDocument/2006/relationships/notesSlide" Target="/ppt/notesSlides/notesSlide4.xml" Id="R0fd21bf2753842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d8051a05ca4195" /><Relationship Type="http://schemas.openxmlformats.org/officeDocument/2006/relationships/notesSlide" Target="/ppt/notesSlides/notesSlide5.xml" Id="R968eb7b9f3884a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7b706da20149d1" /><Relationship Type="http://schemas.openxmlformats.org/officeDocument/2006/relationships/notesSlide" Target="/ppt/notesSlides/notesSlide6.xml" Id="Ra6b7b77c4ab34f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fa5d96e8dd45c6" /><Relationship Type="http://schemas.openxmlformats.org/officeDocument/2006/relationships/notesSlide" Target="/ppt/notesSlides/notesSlide7.xml" Id="Rceda40affe2c4c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1b83888ff64fda" /><Relationship Type="http://schemas.openxmlformats.org/officeDocument/2006/relationships/notesSlide" Target="/ppt/notesSlides/notesSlide8.xml" Id="R1df4049de60842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14db920f5a44e7" /><Relationship Type="http://schemas.openxmlformats.org/officeDocument/2006/relationships/notesSlide" Target="/ppt/notesSlides/notesSlide9.xml" Id="Rbae81dbb7bc64fa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7224a69f9a4cb3" /><Relationship Type="http://schemas.openxmlformats.org/officeDocument/2006/relationships/notesSlide" Target="/ppt/notesSlides/notesSlide10.xml" Id="R3ea710d13ee546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c027a4069947fb" /><Relationship Type="http://schemas.openxmlformats.org/officeDocument/2006/relationships/notesSlide" Target="/ppt/notesSlides/notesSlide11.xml" Id="Rf82f60d4490f47b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8e8e2c1dbb44cd" /><Relationship Type="http://schemas.openxmlformats.org/officeDocument/2006/relationships/notesSlide" Target="/ppt/notesSlides/notesSlide12.xml" Id="Rb4e197b0930f44b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ce6275ccf94c24" /><Relationship Type="http://schemas.openxmlformats.org/officeDocument/2006/relationships/notesSlide" Target="/ppt/notesSlides/notesSlide13.xml" Id="R4883e720a1d342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bf1180af7443ef" /><Relationship Type="http://schemas.openxmlformats.org/officeDocument/2006/relationships/notesSlide" Target="/ppt/notesSlides/notesSlide14.xml" Id="R325020c16842405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4c27410cf443e4" /><Relationship Type="http://schemas.openxmlformats.org/officeDocument/2006/relationships/notesSlide" Target="/ppt/notesSlides/notesSlide15.xml" Id="R63172a9d736b41f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567f9e90054dfd" /><Relationship Type="http://schemas.openxmlformats.org/officeDocument/2006/relationships/notesSlide" Target="/ppt/notesSlides/notesSlide16.xml" Id="Ra0232b8109b5402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97eacc03e64f40" /><Relationship Type="http://schemas.openxmlformats.org/officeDocument/2006/relationships/notesSlide" Target="/ppt/notesSlides/notesSlide17.xml" Id="R44904d823e8b4f7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082265eff94c13" /><Relationship Type="http://schemas.openxmlformats.org/officeDocument/2006/relationships/notesSlide" Target="/ppt/notesSlides/notesSlide18.xml" Id="R8b82f10795454f6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593a12407043ce" /><Relationship Type="http://schemas.openxmlformats.org/officeDocument/2006/relationships/notesSlide" Target="/ppt/notesSlides/notesSlide19.xml" Id="R373ef34854524c6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116cdff8444bda" /><Relationship Type="http://schemas.openxmlformats.org/officeDocument/2006/relationships/notesSlide" Target="/ppt/notesSlides/notesSlide20.xml" Id="R8a0ab95fe78b43a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89b4e882a24c4c" /><Relationship Type="http://schemas.openxmlformats.org/officeDocument/2006/relationships/notesSlide" Target="/ppt/notesSlides/notesSlide21.xml" Id="Rdffd5deb642a4a6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9ca812e05b40a8" /><Relationship Type="http://schemas.openxmlformats.org/officeDocument/2006/relationships/notesSlide" Target="/ppt/notesSlides/notesSlide22.xml" Id="R19d2b4671c8b4a0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0a32f3ebb8490f" /><Relationship Type="http://schemas.openxmlformats.org/officeDocument/2006/relationships/notesSlide" Target="/ppt/notesSlides/notesSlide23.xml" Id="Rf44169ea84304f0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55df6797dd4ee2" /><Relationship Type="http://schemas.openxmlformats.org/officeDocument/2006/relationships/notesSlide" Target="/ppt/notesSlides/notesSlide24.xml" Id="Rf759a81ed8894e4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2806fc464e48ef" /><Relationship Type="http://schemas.openxmlformats.org/officeDocument/2006/relationships/notesSlide" Target="/ppt/notesSlides/notesSlide25.xml" Id="R7f8b7d045655470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4328984beb4088" /><Relationship Type="http://schemas.openxmlformats.org/officeDocument/2006/relationships/notesSlide" Target="/ppt/notesSlides/notesSlide26.xml" Id="R4a67e0fe73d14d2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63a18e15384dd1" /><Relationship Type="http://schemas.openxmlformats.org/officeDocument/2006/relationships/notesSlide" Target="/ppt/notesSlides/notesSlide27.xml" Id="Rbfb7fa589f5241a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67f8b0cb1b4ae5" /><Relationship Type="http://schemas.openxmlformats.org/officeDocument/2006/relationships/notesSlide" Target="/ppt/notesSlides/notesSlide28.xml" Id="Rd9854bc2917840e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88ed1b708a4853" /><Relationship Type="http://schemas.openxmlformats.org/officeDocument/2006/relationships/notesSlide" Target="/ppt/notesSlides/notesSlide29.xml" Id="R6b3d9b337de24ee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3e2f50661442de" /><Relationship Type="http://schemas.openxmlformats.org/officeDocument/2006/relationships/notesSlide" Target="/ppt/notesSlides/notesSlide30.xml" Id="Rc880330bba6748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F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ED3D840-5833-4DF2-8AD5-1E66AE95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Vrednovanje djela u Zakonu Božijem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62886AD-D726-475C-91FA-D1318778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8204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Islamska vjeronauka · VIII razred</a:t>
            </a:r>
          </a:p>
          <a:p xmlns:a="http://schemas.openxmlformats.org/drawingml/2006/main">
            <a: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Udžbenik · stranice 29–32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04C5A85-A9D1-4211-8983-E6710AFF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63621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4298215-51B6-48E7-9A5D-D48B07C2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Uvodna pitanja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7061039-2FF2-44F7-83EC-10BC4761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Obaviti dnevni namaz.</a:t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Prošetati u slobodno vrijeme.</a:t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Ukrasti tuđu stvar.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Jesu li ovi postupci jednako obavezni ili dopušteni?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E585645-920A-4718-8587-29D39172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800517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F3B8589-A997-4097-830C-C6FDE37A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Fikh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FBB45B1-208A-4A94-8F2A-B53976D4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Fikh proučava ljudska djela u domenu Zakona Božijeg.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Utvrđuje šta se mora ili ne mora, smije ili ne smije činiti te šta je pohvalno ili pokuđeno.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1A1BC9B-5C60-45F5-ADE7-23C39684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767780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ABAAF96-898F-41FA-A783-510AD705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Farz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48155CD-B8D3-46A5-9058-D0DF11FE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Stroga vjerska dužnost, naredba Uzvišenog Stvoritelja kojom se imperativno zahtijeva od punoljetne osobe činjenje određenog djela. Za izvršavanje slijedi nagrada, a za izostavljanje kazna.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Primjeri: Namaz; pet islamskih dužnosti kao obaveze pojedinca; dženaza-namaz kao obaveza zajednice.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A471B5E-C00B-4DAB-841D-CEA71AA5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073682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DCFCF87-708C-409C-8159-EED42676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Vadžib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F78F399-8202-4F5C-BF9F-5DAF3EC0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Allahova, dž.š., naredba u blažoj formi od farza. Zahtjev za činjenjem djela propisanog pojedinačnim predajama od Poslanika, a.s.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Primjeri: Sadekatu-l-fitr i klanjanje vitr-namaza.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BC54772-B066-498B-B5ED-9D183AFD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026635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F5A3BB1-A386-4266-BF52-636E24DD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Sunnet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29F1337-05E1-47D6-880C-A2BD850D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Djela koja je radio Muhammed, a.s., i preporučio ih i nama. Njihovim izvršavanjem možemo zaslužiti nagradu i šefaat Muhammeda, a.s.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Primjeri: Sunneti i sunsunneti dnevnih namaza.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4CE01AB-10F4-4071-A4BC-FE13509F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155293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2E359A2-6737-4A39-80CC-4A9AAF22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Mustehab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74F7E7C-229E-4C37-8848-E83421B1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Ono što je preporučeno i lijepo činiti. Izvršavanje se nagrađuje, a izostavljanje ne kažnjava.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Primjeri: Klanjanje u džematu — primjer naveden u udžbeniku.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5252707-E029-4228-A7A6-5FAEC871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197188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0446F26-748E-4243-B9C2-E9311495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Mubah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8A77548-D901-4D72-841C-9C4ABFB8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Djelo čije se izvršavanje ili neizvršavanje ostavlja osobi na slobodan izbor. Za samo izvršenje ili neizvršenje osoba nema ni nagradu ni kaznu.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Primjeri: Izbor da jedemo, spavamo, šetamo i slično.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776662E3-2051-440B-BCC4-2783DD16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683747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32963BE-CE5C-498F-A8FB-E1CE4086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Haram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7E319E5-41D7-48A5-B5B0-F1280FC6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Ono što Uzvišeni Allah strogo zabranjuje. Imperativna zabrana utemeljena na jasnom kur’anskom ajetu ili hadisu; zahtijeva nečinjenje djela.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Primjeri: Pijenje alkohola, kockanje, krađa i zinaluk.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DD8E6F6-B3CA-4BC6-B35F-397B92BD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620972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2566E35-0031-4EDD-AE3A-F3CCE7B6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Mekruh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7D3C415-4E13-4654-85EC-C6B43A03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Djelo koje je pokuđeno, ružno činiti. Mekruh-i tahrimen su djela bliska haramu, a mekruh-i tenzihen djela koja nije lijepo činiti.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Primjeri: Tahrimen: rasipništvo i prenošenje tuđih riječi. Tenzihen: pričati u vrijeme učenja Kur’ana ili ezana.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C35921C1-9C2E-495E-A3D6-A20A128B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460315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E684F3A-FB83-49A9-BAC1-3BDDDBC9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Mufsid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A71F822-02E8-4CFE-8487-11E1B052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Djelo, radnja ili stanje koje kvari vjerski obred.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Primjeri iz lekcije: govor u namazu, san, uzimanje hrane ili pića u vrijeme posta.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Obični govor kvari namaz, ali sam po sebi ne kvari abdest.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2FFC733-C741-4BF2-A509-A171ABFD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2551569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C0400BD-36D2-4F57-8E4F-AFDBD24D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Halal i haram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B468604-C05E-4386-BA0D-55A1FD20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Halal je ono što je vjerom dozvoljeno činiti.</a:t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Haram je ono što je strogo zabranjeno.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„Nije isto ono što je zabranjeno i ono što je dozvoljeno…”</a:t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El-Ma’ida, 100 — odlomak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54448AB-15E6-4230-823C-18E8775D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988257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76BB8C8-AEF5-4EA2-ACCE-7D23BF48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Poruka hadisa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7606ECB-8F5F-4088-8CD4-B24FEB76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„Ono što sam vam zabranio, ostavite u potpunosti, a od onoga što sam vam naredio, uradite koliko možete.”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08EA598-5DEF-48F0-AAE3-AB3ABAA9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5293103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271EE0D-4C79-4329-9D10-5CD3FFBD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Dova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724441A-84E4-46BF-BDAE-0DCF80A7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Allahu moj, zaštiti me Tvojim halalom od Tvoga harama i učini me neovisnim Tvojom dobrotom od svakog drugog osim Tebe.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1B5B3D6-8F2A-4746-B2DC-E0F62B8E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751425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688CEA6-B383-4AD5-A819-11771921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Saznajmo o drugima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3D7030C-3230-49F3-A5B6-4113DA04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Biblija i Tora sadrže vjerske propise i pravila za život.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Dekalog: Deset Božijih zapovijedi.</a:t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Halaha: jevrejsko vjersko pravo.</a:t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Micva: pravna norma u jevrejskom pravu.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D010088-DD7F-4355-9B92-168CA40F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9508444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5311E02-0CFA-460B-A998-C571FA51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Kategorično i imperativ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3D0C788-A9D0-4D09-9729-F268EA19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KATEGORIČNO</a:t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O čemu nema sumnje; sigurno, bezuvjetno, tačno određeno.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IMPERATIV</a:t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Zapovijed, naredba.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36B174C-4CDD-4240-AB4B-C28CA051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9270389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9852EBC-E6A1-4513-A0D6-50ABA1393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Mutevatir hadis i zinaluk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2DD0EFA-C037-4BC6-AD4D-973491A1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MUTEVATIR HADIS</a:t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Hadis koji iz generacije u generaciju prenosi veliki broj prenosilaca tako da je isključena sumnja u njegovu vjerodostojnost.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ZINALUK</a:t>
            </a:r>
          </a:p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Blud.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2B0EBC5-FAE3-46FB-8E93-11A48F11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2641194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4CAE400-78B6-4EA1-B81E-4DB21AC9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Ustrajnost u dobru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823C5D5-41A3-4065-B2A2-CCDC0FC7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„Allahu je najdraže djelo koje je trajno pa makar bilo i malo.”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B6B1282-DCE2-46DA-807F-60C8A934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1627009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F185828-5927-4DCA-B9BC-360C9E8E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1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F60C0CA-B485-447E-A73C-5F2E4B34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Kako se zove disciplina koja proučava propise o ljudskim djelima?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Fikh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Geografija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Historija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Kaligrafija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C30701F-C993-449E-A63C-C533299E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5792275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21C54B6-F150-42AB-86AD-5FFA2154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2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1DC6D1A-C777-492F-8133-DCE5DFCB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Koji par ispravno povezuje djelo i kategoriju?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Vitr-namaz — mubah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Ramazanski post — farz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Krađa — mekruh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Šetnja — vadžib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26F9E86-0851-4038-9879-A7A814A9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2700719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2F1BB4F-3E2C-4E38-924B-AF271D53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3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DE419C0-03D1-4802-9573-B7285129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Kako se u lekciji razvrstava vitr-namaz?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Sunnet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Mubah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Vadžib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Mufsid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020FD1A-345F-499B-9F1D-85906803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1674258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E9ED4AD-0C63-4C5A-BE88-412D947F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4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8F32B51-6E9E-405D-B128-1EAACCAC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Učenica je završila obaveze i bira hoće li prošetati. Šetnja je u ovom primjeru…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Haram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Farz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Mekruh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Mubah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C5F1A76-5292-4684-946E-DCA80F76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6617680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CD41C30-84A9-4465-B5D9-8BFD2A06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5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341E3CE-F545-490B-846B-5C24AFAA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Osoba namjerno započne običan razgovor u namazu. Šta taj govor kvari?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Namaz, ali sam po sebi ne abdest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Samo abdest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I namaz i abdest u svakom slučaju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Ni namaz ni abdest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1BDC075-304C-45F8-88D5-0141BE48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1061105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356B942-1046-4E71-AA77-C0BAC50C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6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E6B1BFE-E0BE-43AA-AC14-65D53874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Koji je najbolji zaključak o vrednovanju postupaka?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Sve što nije farz jeste haram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Popularnost određuje šta je dozvoljeno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Kategoriju povezujemo s propisom i jasnim okolnostima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Sve dozvoljeno moramo uraditi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F024E10-70DC-492D-AEC5-E4DEE947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2529373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A901681-828D-401C-B48F-D1F9F33E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7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C78A77E-35A7-4207-9165-8ABEA037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Koji opis pripada mustehabu?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Stroga zabrana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Preporučeno djelo čije se izostavljanje ne kažnjava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Svaka radnja koja kvari obred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Obaveza jednaka farzu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8A6A070-4080-4156-A55B-46CFB6BF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63996555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8758C02-EA61-4328-8343-E8FEA682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8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E1E042D-AD5F-428C-83EC-2BBE85B9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Sunneti dnevnih namaza u ovoj su podjeli primjer…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Harama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Mufsida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Mubaha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Sunneta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9393C40-F3AC-429A-8892-F2735984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06498006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0FBC09E-AB61-42FF-9FEA-335DA953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9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54A693E-A552-4C05-88E0-8E4FA504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Krađa tuđe stvari pripada kategoriji…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Mubah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Haram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Mustehab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Vadžib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BFFA994-2EA6-45C6-88F0-EC6FCD8D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61875122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4B6BF92-F246-466D-8B42-772511A0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10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85B5CE1-AB94-4583-8CF3-4B2B5860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Šta znači mekruh?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Pokuđeno djelo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Stroga dužnost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Dozvoljen izbor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Izvor šerijata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A84CD0F-8BFA-4CBF-A3DB-323A3363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6071376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F4306DF-AAA0-4975-8939-29A18CE7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11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587AC0A-04F5-4146-9698-5B4D0E8D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Koja tvrdnja o vadžibu je tačna?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To je slobodan izbor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To je svaki običaj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To je obaveza, a ne samo preporuka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To je isto što i haram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BA4BB34-3E06-496D-836D-DFDF2D47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56354241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FAE1C17-1D98-4DCD-922A-C10B29DA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C35"/>
                </a:solidFill>
                <a:latin typeface="Arial"/>
                <a:ea typeface="Arial"/>
                <a:cs typeface="Arial"/>
              </a:rPr>
              <a:t>Kviz 12 od 12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1B7F640-ADA3-4927-936A-590CAC34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Koji primjer pokazuje fardi kifaje?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A   Svaki pojedinac bira boju odjeće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B   Svaki učenik bira izlet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C   Svaki pojedinac obavlja svoj dnevni namaz</a:t>
            </a:r>
          </a:p>
          <a:p xmlns:a="http://schemas.openxmlformats.org/drawingml/2006/main">
            <a:pPr>
              <a:defRPr sz="2175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D   Dovoljan broj muslimana obavi dženaza-namaz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EA5A433-F5AF-4BFC-882D-6EB99B0C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48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03C3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C35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364541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2026-10-27T11:32:30.4200000Z</dcterms:created>
  <dcterms:modified xsi:type="dcterms:W3CDTF">2026-10-27T11:32:30.4200000Z</dcterms:modified>
</coreProperties>
</file>